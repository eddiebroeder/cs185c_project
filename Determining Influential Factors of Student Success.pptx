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8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49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498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407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60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98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69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03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9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00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28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357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Determining Influential Factors of Student </a:t>
            </a:r>
            <a:r>
              <a:rPr lang="en-US" dirty="0" smtClean="0"/>
              <a:t>Success in K-12 Schools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Edward Broeder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613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Data Set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078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Hypothesis / planned findings? How to word this?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2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Explain tools, algorithms, difficulties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63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Compare my work with related works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525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5535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36</Words>
  <Application>Microsoft Office PowerPoint</Application>
  <PresentationFormat>Widescreen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Determining Influential Factors of Student Success in K-12 Schools</vt:lpstr>
      <vt:lpstr>Data Set</vt:lpstr>
      <vt:lpstr>Hypothesis / planned findings? How to word this?</vt:lpstr>
      <vt:lpstr>Explain tools, algorithms, difficulties</vt:lpstr>
      <vt:lpstr>Compare my work with related works</vt:lpstr>
      <vt:lpstr>Results</vt:lpstr>
    </vt:vector>
  </TitlesOfParts>
  <Company>Intel Corporation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Determining Influential Factors of Student Success …something</dc:title>
  <dc:creator>Broeder, Edward M</dc:creator>
  <cp:keywords>CTPClassification=CTP_NT</cp:keywords>
  <cp:lastModifiedBy>Broeder, Edward M</cp:lastModifiedBy>
  <cp:revision>4</cp:revision>
  <dcterms:created xsi:type="dcterms:W3CDTF">2018-11-27T03:17:38Z</dcterms:created>
  <dcterms:modified xsi:type="dcterms:W3CDTF">2018-11-27T04:08:35Z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c061a534-d891-451d-80e6-b294097ee093</vt:lpwstr>
  </property>
  <property fmtid="{D5CDD505-2E9C-101B-9397-08002B2CF9AE}" pid="3" name="CTP_TimeStamp">
    <vt:lpwstr>2018-11-27 04:08:34Z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</Properties>
</file>