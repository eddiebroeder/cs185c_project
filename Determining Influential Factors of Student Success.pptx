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968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91" y="2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88FCF5-2B69-4A2C-A664-7D917EFF6905}" type="datetimeFigureOut">
              <a:rPr lang="en-US" smtClean="0"/>
              <a:t>12/2/2018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421FF-70D9-4E2C-829E-18ECC898C5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44962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88FCF5-2B69-4A2C-A664-7D917EFF6905}" type="datetimeFigureOut">
              <a:rPr lang="en-US" smtClean="0"/>
              <a:t>12/2/2018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421FF-70D9-4E2C-829E-18ECC898C5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54986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88FCF5-2B69-4A2C-A664-7D917EFF6905}" type="datetimeFigureOut">
              <a:rPr lang="en-US" smtClean="0"/>
              <a:t>12/2/2018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421FF-70D9-4E2C-829E-18ECC898C5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7111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88FCF5-2B69-4A2C-A664-7D917EFF6905}" type="datetimeFigureOut">
              <a:rPr lang="en-US" smtClean="0"/>
              <a:t>12/2/2018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421FF-70D9-4E2C-829E-18ECC898C5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64077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88FCF5-2B69-4A2C-A664-7D917EFF6905}" type="datetimeFigureOut">
              <a:rPr lang="en-US" smtClean="0"/>
              <a:t>12/2/2018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421FF-70D9-4E2C-829E-18ECC898C5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56609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88FCF5-2B69-4A2C-A664-7D917EFF6905}" type="datetimeFigureOut">
              <a:rPr lang="en-US" smtClean="0"/>
              <a:t>12/2/2018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421FF-70D9-4E2C-829E-18ECC898C5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59898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88FCF5-2B69-4A2C-A664-7D917EFF6905}" type="datetimeFigureOut">
              <a:rPr lang="en-US" smtClean="0"/>
              <a:t>12/2/2018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421FF-70D9-4E2C-829E-18ECC898C5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36998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88FCF5-2B69-4A2C-A664-7D917EFF6905}" type="datetimeFigureOut">
              <a:rPr lang="en-US" smtClean="0"/>
              <a:t>12/2/2018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421FF-70D9-4E2C-829E-18ECC898C5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47035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88FCF5-2B69-4A2C-A664-7D917EFF6905}" type="datetimeFigureOut">
              <a:rPr lang="en-US" smtClean="0"/>
              <a:t>12/2/2018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421FF-70D9-4E2C-829E-18ECC898C5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50697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88FCF5-2B69-4A2C-A664-7D917EFF6905}" type="datetimeFigureOut">
              <a:rPr lang="en-US" smtClean="0"/>
              <a:t>12/2/2018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421FF-70D9-4E2C-829E-18ECC898C5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7009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88FCF5-2B69-4A2C-A664-7D917EFF6905}" type="datetimeFigureOut">
              <a:rPr lang="en-US" smtClean="0"/>
              <a:t>12/2/2018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421FF-70D9-4E2C-829E-18ECC898C5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42285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88FCF5-2B69-4A2C-A664-7D917EFF6905}" type="datetimeFigureOut">
              <a:rPr lang="en-US" smtClean="0"/>
              <a:t>12/2/2018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C421FF-70D9-4E2C-829E-18ECC898C5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63574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cde.ca.gov/ta/ac/ap/apidatafiles.asp" TargetMode="External"/><Relationship Id="rId3" Type="http://schemas.openxmlformats.org/officeDocument/2006/relationships/hyperlink" Target="https://star.cde.ca.gov/star2013/ResearchFileList.aspx?ps=true&amp;lstTestYear=2013&amp;lstTestType=C&amp;lstCounty=43&amp;lstDistrict=&amp;lstSchool=&amp;lstGroup=1&amp;lstSubGroup=1&amp;lstCntyNam=Santa%20Clara&amp;lstDistNam=(none%20selected)" TargetMode="External"/><Relationship Id="rId7" Type="http://schemas.openxmlformats.org/officeDocument/2006/relationships/hyperlink" Target="http://www3.cde.ca.gov/researchfiles/api/api13gtx.zip" TargetMode="External"/><Relationship Id="rId2" Type="http://schemas.openxmlformats.org/officeDocument/2006/relationships/hyperlink" Target="http://www3.cde.ca.gov/starresearchfiles/2013/p3/ca2013_1_csv_v3.zip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cde.ca.gov/ds/si/ds/pubschls.asp" TargetMode="External"/><Relationship Id="rId5" Type="http://schemas.openxmlformats.org/officeDocument/2006/relationships/hyperlink" Target="https://dq.cde.ca.gov/dataquest/content.asp" TargetMode="External"/><Relationship Id="rId4" Type="http://schemas.openxmlformats.org/officeDocument/2006/relationships/hyperlink" Target="ftp://ftp.cde.ca.gov/demo/cbeds/cbedsora12a.txt" TargetMode="Externa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Determining Influential Factors of Student Success in K-12 Schools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Edward Broeder</a:t>
            </a:r>
          </a:p>
        </p:txBody>
      </p:sp>
    </p:spTree>
    <p:extLst>
      <p:ext uri="{BB962C8B-B14F-4D97-AF65-F5344CB8AC3E}">
        <p14:creationId xmlns:p14="http://schemas.microsoft.com/office/powerpoint/2010/main" val="12036134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Data 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400" dirty="0">
                <a:hlinkClick r:id="rId2"/>
              </a:rPr>
              <a:t>http://www3.cde.ca.gov/starresearchfiles/2013/p3/ca2013_1_csv_v3.zip</a:t>
            </a:r>
            <a:r>
              <a:rPr lang="en-US" sz="1400" dirty="0"/>
              <a:t> 344063 csv - CA STAR testing results from </a:t>
            </a:r>
            <a:r>
              <a:rPr lang="en-US" sz="1400" dirty="0">
                <a:hlinkClick r:id="rId3"/>
              </a:rPr>
              <a:t>https://star.cde.ca.gov/star2013/ResearchFileList.aspx?ps=true&amp;lstTestYear=2013&amp;lstTestType=C&amp;lstCounty=43&amp;lstDistrict=&amp;lstSchool=&amp;lstGroup=1&amp;lstSubGroup=1&amp;lstCntyNam=Santa%20Clara&amp;lstDistNam=(none%20selected)</a:t>
            </a:r>
            <a:r>
              <a:rPr lang="en-US" sz="1400" dirty="0"/>
              <a:t> </a:t>
            </a:r>
          </a:p>
          <a:p>
            <a:endParaRPr lang="en-US" sz="1400" dirty="0"/>
          </a:p>
          <a:p>
            <a:r>
              <a:rPr lang="en-US" sz="1400" dirty="0">
                <a:hlinkClick r:id="rId4"/>
              </a:rPr>
              <a:t>ftp://ftp.cde.ca.gov/demo/cbeds/cbedsora12a.txt</a:t>
            </a:r>
            <a:r>
              <a:rPr lang="en-US" sz="1400" dirty="0"/>
              <a:t> 45157 (converted to csv) - staff demographics</a:t>
            </a:r>
          </a:p>
          <a:p>
            <a:endParaRPr lang="en-US" sz="1400" dirty="0"/>
          </a:p>
          <a:p>
            <a:r>
              <a:rPr lang="en-US" sz="1400" dirty="0">
                <a:hlinkClick r:id="rId5"/>
              </a:rPr>
              <a:t>https://dq.cde.ca.gov/dataquest/content.asp</a:t>
            </a:r>
            <a:r>
              <a:rPr lang="en-US" sz="1400" dirty="0"/>
              <a:t> 127113 - enrollment demographics</a:t>
            </a:r>
          </a:p>
          <a:p>
            <a:endParaRPr lang="en-US" sz="1400" dirty="0"/>
          </a:p>
          <a:p>
            <a:r>
              <a:rPr lang="en-US" sz="1400" dirty="0">
                <a:hlinkClick r:id="rId6"/>
              </a:rPr>
              <a:t>https://www.cde.ca.gov/ds/si/ds/pubschls.asp</a:t>
            </a:r>
            <a:r>
              <a:rPr lang="en-US" sz="1400" dirty="0"/>
              <a:t> 17997 - public school information</a:t>
            </a:r>
          </a:p>
          <a:p>
            <a:endParaRPr lang="en-US" sz="1400" dirty="0"/>
          </a:p>
          <a:p>
            <a:r>
              <a:rPr lang="en-US" sz="1400" dirty="0">
                <a:hlinkClick r:id="rId7"/>
              </a:rPr>
              <a:t>http://www3.cde.ca.gov/researchfiles/api/api13gtx.zip</a:t>
            </a:r>
            <a:r>
              <a:rPr lang="en-US" sz="1400" dirty="0"/>
              <a:t> 10946 - Academic Performance Index (API</a:t>
            </a:r>
            <a:r>
              <a:rPr lang="en-US" sz="1400"/>
              <a:t>) from </a:t>
            </a:r>
            <a:r>
              <a:rPr lang="en-US" sz="1400">
                <a:hlinkClick r:id="rId8"/>
              </a:rPr>
              <a:t>https://www.cde.ca.gov/ta/ac/ap/apidatafiles.asp</a:t>
            </a:r>
            <a:r>
              <a:rPr lang="en-US" sz="1400"/>
              <a:t> 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4940786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Hypothesis / planned findings? How to word this?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0923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Explain tools, algorithms, difficulties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66379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Compare my work with related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65257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55535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869</TotalTime>
  <Words>237</Words>
  <Application>Microsoft Office PowerPoint</Application>
  <PresentationFormat>Widescreen</PresentationFormat>
  <Paragraphs>16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Theme</vt:lpstr>
      <vt:lpstr>Determining Influential Factors of Student Success in K-12 Schools</vt:lpstr>
      <vt:lpstr>Data Set</vt:lpstr>
      <vt:lpstr>Hypothesis / planned findings? How to word this?</vt:lpstr>
      <vt:lpstr>Explain tools, algorithms, difficulties</vt:lpstr>
      <vt:lpstr>Compare my work with related works</vt:lpstr>
      <vt:lpstr>Results</vt:lpstr>
    </vt:vector>
  </TitlesOfParts>
  <Company>Intel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Determining Influential Factors of Student Success …something</dc:title>
  <dc:creator>Broeder, Edward M</dc:creator>
  <cp:keywords>CTPClassification=CTP_NT</cp:keywords>
  <cp:lastModifiedBy>Eddie</cp:lastModifiedBy>
  <cp:revision>14</cp:revision>
  <dcterms:created xsi:type="dcterms:W3CDTF">2018-11-27T03:17:38Z</dcterms:created>
  <dcterms:modified xsi:type="dcterms:W3CDTF">2018-12-03T19:55:46Z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itusGUID">
    <vt:lpwstr>c061a534-d891-451d-80e6-b294097ee093</vt:lpwstr>
  </property>
  <property fmtid="{D5CDD505-2E9C-101B-9397-08002B2CF9AE}" pid="3" name="CTP_TimeStamp">
    <vt:lpwstr>2018-11-27 04:08:34Z</vt:lpwstr>
  </property>
  <property fmtid="{D5CDD505-2E9C-101B-9397-08002B2CF9AE}" pid="4" name="CTP_BU">
    <vt:lpwstr>NA</vt:lpwstr>
  </property>
  <property fmtid="{D5CDD505-2E9C-101B-9397-08002B2CF9AE}" pid="5" name="CTP_IDSID">
    <vt:lpwstr>NA</vt:lpwstr>
  </property>
  <property fmtid="{D5CDD505-2E9C-101B-9397-08002B2CF9AE}" pid="6" name="CTP_WWID">
    <vt:lpwstr>NA</vt:lpwstr>
  </property>
  <property fmtid="{D5CDD505-2E9C-101B-9397-08002B2CF9AE}" pid="7" name="CTPClassification">
    <vt:lpwstr>CTP_NT</vt:lpwstr>
  </property>
</Properties>
</file>